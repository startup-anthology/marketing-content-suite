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ANTHOLOGY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 Guide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Educate. Equip. Elevate.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Brand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Anthology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Educate. Equip. Elevate.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Gold #BB935B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#000000 / White #FFFFFF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Typefaces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Spartan / Montserrat / Lora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Empowering, Supportive, Honest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49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Employees &amp; Managers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786384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Co-Primary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Founders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828800" cy="1280160"/>
          </a:xfrm>
          <a:prstGeom prst="rect">
            <a:avLst/>
          </a:prstGeom>
          <a:solidFill>
            <a:srgbClr val="BB935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Gold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#BB935B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182880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828800" cy="1280160"/>
          </a:xfrm>
          <a:prstGeom prst="rect">
            <a:avLst/>
          </a:prstGeom>
          <a:solidFill>
            <a:srgbClr val="9999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#999999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Colors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4023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4023360"/>
            <a:ext cx="457200" cy="457200"/>
          </a:xfrm>
          <a:prstGeom prst="rect">
            <a:avLst/>
          </a:prstGeom>
          <a:solidFill>
            <a:srgbClr val="5C6B7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4023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Secondary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#5C6B7F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457200" cy="4572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4023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#E2E8F0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WCAG Contrast Audit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Combination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Ratio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AA Normal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AA Large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on 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21.00:1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on 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21.00:1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on 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on 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on Gold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on Gold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 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5.43:1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on 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Specimen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Purpose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Typeface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Weight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Size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35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 Italic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Montserrat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Italic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 Spartan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Subheading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 Grotesk / 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Gotham / Montserrat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Montserrat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B9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Montserrat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 Pairing Rationale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League Spartan 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Bold geometric headings  |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Montserrat 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Primary body font  |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Lora 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Editorial warmth for quotes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Identity &amp; Usage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Badge (Icon Only)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3152" cy="41148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Badge + Wordmark (Black)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3152" cy="41148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Badge + Gold Wordmark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73152" cy="41148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Badge + Gold Background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73152" cy="41148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Badge + Wordmark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Space &amp; Minimum Sizes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Icon minimum: 32px height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logo minimum: 80px width (with wordmark)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Clear space: 1x icon height on all sides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Voice &amp; Tone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81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control of your financial destiny"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partner in navigating startup finance"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19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your financial reality clearly"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81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"Financial modeling shouldn't require a degree"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Action-Oriented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fighting your spreadsheet"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840480" cy="749808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Builder-Centric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319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for the operators and visionaries"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931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Educate. Equip. Elevate.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entrepreneurs who'd rather run their business than wrestle with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Spectrum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bold, aspirational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Modeling, without the spreadsheets.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concise, helpful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runway is 14 months at current burn 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encouraging, guiding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set up your first forecast.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/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Empathetic, solution-focused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went wrong. Let's fix it together.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/ Updates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informative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KPIs are ready.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&amp; Positioning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Employees &amp; Managers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B935B"/>
                </a:solidFill>
              </a:rPr>
              <a:t>Primary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B2C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Entrepreneurs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Secondary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B2C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&amp; Contractors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Secondary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B2C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Founders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B935B"/>
                </a:solidFill>
              </a:rPr>
              <a:t>Co-Primary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B2B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Investors &amp; VCs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Secondary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B2B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54680"/>
            <a:ext cx="3840480" cy="8229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54680"/>
            <a:ext cx="54864" cy="82296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Operators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Secondary</a:t>
            </a:r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  |  Product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Championing the operators and doers who don't have time for spreadsheet headaches.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&amp; Landing Pages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backgrounds with gold accents, League Spartan headings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8600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 (Marketing Studio)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Dark-themed, #000000 background, SA Gold tint, Inter font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3756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icon badge for profiles, black/gold/white palette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Communications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tone, SA Gold CTAs, Montserrat body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&amp;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slides with gold accents, SA color ramp for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3840480" cy="914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37560"/>
            <a:ext cx="54864" cy="91440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Merchandise &amp; Print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badge on gold background, clear space rules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Messaging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73152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Entrepreneurs &amp; SMBs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isn't building spreadsheets. Startup Anthology provides the tools and knowledge so you can focus on running your business.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Pre-Revenue Teams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making money yet? Model your burn rate, runway, and projected growth before your first dollar comes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71800"/>
            <a:ext cx="54864" cy="73152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718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Real Estate &amp; Contractors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2644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job pipelines, deposits, and material costs with a model built for how you actually work.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40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Founders Raising Capital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investor-ready financial statements and KPIs without hiring an analyst.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BB93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ANTHOLOGY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93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Educate. Equip. Elevate.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consistency builds trust. Every touchpoint is an opportunity to reinforce who we are.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about brand usage, contact the Startup Anthology brand team.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Anthology Brand Guide</dc:title>
  <dc:subject>PptxGenJS Presentation</dc:subject>
  <dc:creator>Startup Anthology</dc:creator>
  <cp:lastModifiedBy>Startup Anthology</cp:lastModifiedBy>
  <cp:revision>1</cp:revision>
  <dcterms:created xsi:type="dcterms:W3CDTF">2026-03-15T17:25:36Z</dcterms:created>
  <dcterms:modified xsi:type="dcterms:W3CDTF">2026-03-15T17:25:36Z</dcterms:modified>
</cp:coreProperties>
</file>